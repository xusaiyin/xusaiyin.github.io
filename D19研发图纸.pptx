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D1B52-32E4-4253-A99C-7E89E2331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BBD3E7F-5B92-4AFD-AEFB-E9CAC9051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B67B8-7750-4B94-AA6D-00439E19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8E6642-7CBD-4DFD-B2CA-17693172C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CA1203-F25C-4F1D-9C79-4791D710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37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EF93C-7305-431C-9192-912C869B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631FF1-6EBD-4AC1-A86A-BDDDAF361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C51C33-BE21-4F12-90C7-735679A7E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DA1D3D-DF95-4A0E-84EE-D381E18F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97828-EBA4-41BC-8134-CDE22573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38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51E0B-6515-4B23-9164-F6067712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77B10B-3E4C-49DC-AB50-CD3EB5572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ECF32-601E-4742-8D7E-58EA473E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9C0E2-7E52-4791-90F6-AB029AAA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75B944-B28D-4D2F-902C-43CDE926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524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2D14B-4EF5-4E7B-9EAD-C3132709E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C8E902-51C7-4073-91F8-4C5E12A89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85F8EC-015E-4735-AC23-4A5FEF410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C4CE4D-A1C5-46E1-9F0E-934246CD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ADBDCC-9F1E-4172-AAC8-81DAD8435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EA6E3B-33D1-4CD9-AFB0-A15EA3378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65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E5657-E8B9-49EF-83D9-8C396E66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9130F7-49AA-4ACB-8760-F146508D7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801714-C319-4630-B483-E35B5D0A6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48FA84-C970-4701-8D9E-4D10F23418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CECF3BC-8610-4206-A8DB-2772BFDA7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E89A87-2D86-47FE-8E7B-D018E1E2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A1FA2B-A45E-4F1D-A66A-C75AC338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4C05ED-9752-4C77-99AE-B7BFEB5E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599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83867-9C64-4306-9E4B-E7C918C6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063EEB-4B2F-4DFE-9857-F34A0975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E2C78A-2C1A-49E2-9FF2-1EBCFA85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72DE57-C1F6-44D1-8B08-0010C834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02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849FB0-20A2-40D0-974E-A83B47D9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EA1DD2-E65F-4B8D-8ABA-41A59945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F99FF3-3B3B-4BA7-9D1B-CFE06ADA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04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587CB-F0C7-4AC2-A314-A306BE7B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D209F8-E45E-436A-AB6F-9B297EFB6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7DB15C-1A49-4A13-9DC9-26E3B9494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C34EEA-4BB5-4687-B7AA-2D66C8F1D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FE2AC3-A0E0-449C-B6EA-4E6C4574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4B9B43-D2CE-4DB4-A3B4-CA898E4A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85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CF2DB-430B-468D-BCE5-7470D91F3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C0FE66-8311-4106-854B-673564CE4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7E62CF-5D0A-4623-93B1-ECD9E1699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098788-B270-46A4-A367-89CD80DD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BFCDFD-723E-4C45-BE5A-21B89799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10FC14-1A98-4D49-874E-C0FDEFD0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84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F017E-7987-430B-BC73-AB0454DA1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0AB84C-DA78-4A0A-BC65-B5133EF05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6AA5-973C-47E0-ACB7-822B4FCC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29822E-B7C2-4194-8855-DAB7B912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E76E67-ECA8-4B86-9421-E8E7826E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65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53C85A-E203-4F9A-92CD-483B75612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22BEE0-9DEE-43A5-AE85-F4AF47086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93BE68-2126-442D-98A4-DD90FADE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DB0BFC-5FC2-4FF9-A60F-2FA90F96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323A0C-4EA5-41FD-AAE7-A4E05024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2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5622DA-4240-4B80-A04D-662AF906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C7D53F-E68B-478E-98C7-C08D31B8B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C2A386-2092-4D63-B300-EF9311BB5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12F2B-B08C-4AD3-9ACD-DB5D17D5BDFA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2CF4D6-6956-48DE-9D9A-5E4A08834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7C545B-EAD5-4457-9B40-0A4FB5780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45B2F-B5BE-44D4-B6AB-428574F41D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73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504D7-BEA3-46E7-A430-8A078B979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D19</a:t>
            </a:r>
            <a:r>
              <a:rPr lang="zh-CN" altLang="en-US" dirty="0"/>
              <a:t>研发图纸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A6C907-EB81-46BE-8CCE-59474EC79C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</a:p>
        </p:txBody>
      </p:sp>
    </p:spTree>
    <p:extLst>
      <p:ext uri="{BB962C8B-B14F-4D97-AF65-F5344CB8AC3E}">
        <p14:creationId xmlns:p14="http://schemas.microsoft.com/office/powerpoint/2010/main" val="4013955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D19研发图纸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D19研发图纸</dc:title>
  <dc:creator>徐赛因</dc:creator>
  <cp:lastModifiedBy>徐赛因</cp:lastModifiedBy>
  <cp:revision>1</cp:revision>
  <dcterms:created xsi:type="dcterms:W3CDTF">2025-12-31T02:50:11Z</dcterms:created>
  <dcterms:modified xsi:type="dcterms:W3CDTF">2025-12-31T02:50:27Z</dcterms:modified>
</cp:coreProperties>
</file>